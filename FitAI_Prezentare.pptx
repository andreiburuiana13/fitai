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Inteligent IoT pentru Monitorizarea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Activității Fizice și Recuperarea CNS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06640" y="-365760"/>
            <a:ext cx="2560320" cy="256032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365760"/>
            <a:ext cx="1645920" cy="164592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de Licență — UTCB, Automatică și Informatică Aplicată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005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Absolvent: Andrei Buruiană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8138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Sportivii și utilizatorii activi nu dispun de un sistem unificat care să combine monitorizarea biometrică în timp real cu analiza recuperării sistemului nervos central (CNS).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Soluțiile existente sunt fragmentate, costisitoare sau nu oferă predicții personalizate bazate pe ML.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3611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 FitAI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4173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IoT bazat pe ESP32-C3 Supermini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Senzori: MAX30102 (HR, SpO₂), MPU6050, NEO-6M GPS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 + SQLite + JWT Auth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 activitate prin Random Forest (PAMAP2)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recuperare CNS calculat zilnic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PWA cu grafice în timp real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8138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265176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0972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Fitbit / Garmin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" y="1408176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Monitorizare HR &amp; activitate. Fără predicție CNS, cloud proprietar, lipsă acces date brute.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005840"/>
            <a:ext cx="265176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9856" y="10972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9856" y="1408176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 închis Apple. Fără suport ESP32, fără control algoritmi ML personalizați.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17336" y="1005840"/>
            <a:ext cx="265176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7064" y="10972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4.0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27064" y="1408176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pe recuperare HRV. Abonament ~$30/lună, hardware nemodificabil.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265176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" y="27889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Vantage V3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" y="3099816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Analiză avansată antrenament. Preț ridicat, API limitat, fără sursă deschisă.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0128" y="2697480"/>
            <a:ext cx="265176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19856" y="27889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PAMAP2 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9856" y="3099816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public activitate fizică cu IMU &amp; HR. Bază de antrenare ML pentru FitAI.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17336" y="2697480"/>
            <a:ext cx="265176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27064" y="27889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FitAI (propus)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7064" y="3099816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hardware modificabil, ML local, recuperare CNS, cost hardware redus.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și Tehnologii Utilizate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8138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011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784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44168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716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Supermini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391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(HR, SpO₂)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79192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7066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(accelerometru)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346704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3741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NEO-6M (GPS)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014216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40416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 firmware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50592" y="960120"/>
            <a:ext cx="20116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9784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50592" y="1344168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3716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50592" y="2011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0391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50592" y="2679192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7066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50592" y="3346704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3741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50592" y="4014216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40416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26864" y="960120"/>
            <a:ext cx="2011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9784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26864" y="1344168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3716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26864" y="2011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20391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vizualizări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26864" y="2679192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7066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(offline ready)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26864" y="3346704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3741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modal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26864" y="4014216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40416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zones &amp; heatmap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03136" y="960120"/>
            <a:ext cx="20116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9784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Analytics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03136" y="1344168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13716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03136" y="2011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12864" y="20391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PAMAP2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03136" y="2679192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12864" y="27066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03136" y="3346704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12864" y="33741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CNS Recovery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03136" y="4014216"/>
            <a:ext cx="20116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12864" y="40416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linear regression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Funcționalități Proiectate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8138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605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3891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149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Înregistrare sesiuni antrenament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 sesiune, stocare telemetrie (HR, SpO₂, pași, GPS, accelerometru) cu timestamp.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605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43891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0149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 activitate fizică 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32588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pe PAMAP2: mers, alergat, ciclism, repaus — cu nivel de încredere.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41605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3891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2677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recuperare CNS zilnic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7860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 bazat pe HRV, calitate somn, intensitate sesiune, tendință HR matinală.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212848"/>
            <a:ext cx="41605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12848"/>
            <a:ext cx="43891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2677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în timp real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57860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Grafice Chart.js: zone HR, distribuție activitate, calendar heatmap recuperare.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465576"/>
            <a:ext cx="41605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65576"/>
            <a:ext cx="43891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520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Istoricul sesiunilor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83133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Vizualizare sesiuni anterioare cu detalii HR min/max/avg, durată, calorii, distanță.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465576"/>
            <a:ext cx="416052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465576"/>
            <a:ext cx="43891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520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 și securitate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83133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auth, refresh tokens, rate limiting, parole criptate cu bcrypt.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Sistemului — Hardware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8138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1600200"/>
            <a:ext cx="201168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11880" y="1627632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Supermini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01168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SpO₂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201168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Accelerometru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Giroscop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1188720"/>
            <a:ext cx="201168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NEO-6M GPS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15544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Viteză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2606040"/>
            <a:ext cx="201168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Li-Po 500mAh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29718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520440"/>
            <a:ext cx="201168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2.4 GHz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38862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0" y="1645920"/>
            <a:ext cx="1280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2286000" y="3063240"/>
            <a:ext cx="914400" cy="-10058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5577840" y="164592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5577840" y="3063240"/>
            <a:ext cx="1097280" cy="-10058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4572000" y="2468880"/>
            <a:ext cx="0" cy="1051560"/>
          </a:xfrm>
          <a:prstGeom prst="line">
            <a:avLst/>
          </a:prstGeom>
          <a:noFill/>
          <a:ln w="19050">
            <a:solidFill>
              <a:srgbClr val="02C39A"/>
            </a:solidFill>
            <a:prstDash val="sysDash"/>
          </a:ln>
        </p:spPr>
      </p:sp>
      <p:sp>
        <p:nvSpPr>
          <p:cNvPr id="26" name="Text 24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PlatformIO (Arduino) pe ESP32-C3 · Colectare senzori la 10Hz · Transmisie WiFi via REST POST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Sistemului — Software &amp; Comunicații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8138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6459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9669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Colectare senzori · PlatformIO · HTTP POST JSON la 1s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" y="1554480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09928"/>
            <a:ext cx="16459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4650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FastAPI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/auth, /sessions, /telemetry, /recovery · JWT · Rate limiting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" y="2304288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59736"/>
            <a:ext cx="16459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9631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de date — SQLite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76148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Tabele: users, sessions, telemetry, daily_recovery · SQLAlchemy 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" y="3054096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09544"/>
            <a:ext cx="16459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4612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— MotorFitAI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51129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· Scor CNS Recovery · Predicție tendință HR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" y="3803904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59352"/>
            <a:ext cx="16459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9592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PWA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26110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· Session history modal · HR zones · Calendar heatmap · Offline cache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914400"/>
            <a:ext cx="283464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53328" y="98755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Comunicații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53328" y="1353312"/>
            <a:ext cx="261518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→ 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2.4 GHz, HTTP POST JSON
Endpoint: POST /api/v1/telemetry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HTTPS
JWT în Authorization header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Offline 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cache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locale pentru offline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Scenarii de Utilizare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8138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418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Sesiune antrenament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3192" y="140817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990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" y="137160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 în aplicație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1208" y="166420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393192" y="200253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9933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" y="196596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sesiune antrenament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" y="225856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393192" y="259689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5877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0664" y="256032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trimite telemetrie live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208" y="285292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393192" y="319125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1821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" y="315468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afișează HR &amp; SpO₂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208" y="344728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393192" y="378561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7764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" y="374904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sesiune, salvare date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1208" y="404164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393192" y="437997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43708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" y="434340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Sumarizare automată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91440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9418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Vizualizare recuperare CNS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64992" y="140817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13990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12464" y="137160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secțiune Recovery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93008" y="166420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>
            <a:off x="3364992" y="200253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19933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12464" y="196596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MotorFitAI calculează scorul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93008" y="225856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39" name="Shape 37"/>
          <p:cNvSpPr/>
          <p:nvPr/>
        </p:nvSpPr>
        <p:spPr>
          <a:xfrm>
            <a:off x="3364992" y="259689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25877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12464" y="256032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heatmap săptămânal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93008" y="285292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43" name="Shape 41"/>
          <p:cNvSpPr/>
          <p:nvPr/>
        </p:nvSpPr>
        <p:spPr>
          <a:xfrm>
            <a:off x="3364992" y="319125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64992" y="31821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712464" y="315468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Recomandare intensitate mâine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63640" y="91440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9418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— Istoricul sesiunilor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36792" y="140817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13990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84264" y="137160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Listă sesiuni anterioare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64808" y="166420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52" name="Shape 50"/>
          <p:cNvSpPr/>
          <p:nvPr/>
        </p:nvSpPr>
        <p:spPr>
          <a:xfrm>
            <a:off x="6336792" y="200253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19933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84264" y="196596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Selectare sesiune specifică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64808" y="225856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56" name="Shape 54"/>
          <p:cNvSpPr/>
          <p:nvPr/>
        </p:nvSpPr>
        <p:spPr>
          <a:xfrm>
            <a:off x="6336792" y="259689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36792" y="25877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84264" y="256032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Modal: grafic HR, durată, GPS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464808" y="2852928"/>
            <a:ext cx="0" cy="283464"/>
          </a:xfrm>
          <a:prstGeom prst="line">
            <a:avLst/>
          </a:prstGeom>
          <a:noFill/>
          <a:ln w="15240">
            <a:solidFill>
              <a:srgbClr val="028090"/>
            </a:solidFill>
            <a:prstDash val="sysDash"/>
          </a:ln>
        </p:spPr>
      </p:sp>
      <p:sp>
        <p:nvSpPr>
          <p:cNvPr id="60" name="Shape 58"/>
          <p:cNvSpPr/>
          <p:nvPr/>
        </p:nvSpPr>
        <p:spPr>
          <a:xfrm>
            <a:off x="6336792" y="319125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36792" y="31821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84264" y="315468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date / comparație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 Agile — Jira Scrum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8138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3017520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9844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 &amp; Securitate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301752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83664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ESP32 &amp; Senzori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32304"/>
            <a:ext cx="3017520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6888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&amp; Bază de 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3017520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054096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&amp; Analiză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3017520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639312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 &amp; PWA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914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SPRINTURI (2 săptămâni fiecare)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0" y="1261872"/>
            <a:ext cx="1664208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2801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1627632"/>
            <a:ext cx="1664208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66420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GitHub &amp; PlatformIO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2286000"/>
            <a:ext cx="16642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32257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Citire MAX30102 &amp; MPU6050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2944368"/>
            <a:ext cx="1664208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98094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telemetrie endpoint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3602736"/>
            <a:ext cx="16642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63931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complet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58968" y="1261872"/>
            <a:ext cx="1664208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12801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58968" y="1627632"/>
            <a:ext cx="1664208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166420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HR Chart.js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58968" y="2286000"/>
            <a:ext cx="16642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0408" y="232257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Clasificator RF pe PAMAP2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58968" y="2944368"/>
            <a:ext cx="1664208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0408" y="298094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+ modal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58968" y="3602736"/>
            <a:ext cx="16642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0408" y="363931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service worker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60336" y="1261872"/>
            <a:ext cx="1664208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3488" y="12801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60336" y="1627632"/>
            <a:ext cx="1664208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51776" y="166420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recuperare CNS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60336" y="2286000"/>
            <a:ext cx="16642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51776" y="232257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heatmap recovery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0336" y="2944368"/>
            <a:ext cx="1664208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298094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&amp; afișare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60336" y="3602736"/>
            <a:ext cx="16642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51776" y="363931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documentație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gestionat în Jira · Repository public: github.com/AndreiBuruiana13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Produs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8138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60520" cy="1801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05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Principal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344168"/>
            <a:ext cx="2514600" cy="1316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0" y="1344168"/>
            <a:ext cx="1371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live, zone cardiacă, distribuție activitate, sesiuni recente.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60520" cy="1801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41605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1005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Sesiune Activă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344168"/>
            <a:ext cx="2514600" cy="13167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344168"/>
            <a:ext cx="1371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Telemetrie ESP32 live, clasificare ML activitate curentă + GPS.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2862072"/>
            <a:ext cx="4160520" cy="1801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62072"/>
            <a:ext cx="41605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Recuperare CNS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1480" y="3246120"/>
            <a:ext cx="2514600" cy="13167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17520" y="3246120"/>
            <a:ext cx="1371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scor CNS, HRV, recomandări MotorFitAI.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862072"/>
            <a:ext cx="4160520" cy="1801368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62072"/>
            <a:ext cx="41605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64608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Istoricul Sesiunilor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46320" y="3246120"/>
            <a:ext cx="2514600" cy="13167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3246120"/>
            <a:ext cx="1371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detalii: HR min/avg/max, grafic sesiune, traseu GPS.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și Dezvoltări Ulterioare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Realizări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IoT complet: hardware ESP32 + senzori biometrici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739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securizat FastAPI cu autentificare JWT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677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 activitate ML (Random Forest, PAMAP2)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614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recuperare CNS inovator bazat pe biometrice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55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PWA cu vizualizări avansate Chart.js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Dezvoltări Ulterioare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9844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280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 mobilă nativă (React Native / Flutter)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79222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1773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pentru anomalii cardiace (LSTM)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28600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2677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Strava / Garmin Connect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7614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în loc de WiFi (consum energetic redus)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27355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32552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+ analytics multi-utilizator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 mulțumesc!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FitAI - Sistem Inteligent IoT pentru Monitorizare Fizică</dc:title>
  <dc:subject>PptxGenJS Presentation</dc:subject>
  <dc:creator>Andrei Buruiană</dc:creator>
  <cp:lastModifiedBy>Andrei Buruiană</cp:lastModifiedBy>
  <cp:revision>1</cp:revision>
  <dcterms:created xsi:type="dcterms:W3CDTF">2026-04-27T10:26:14Z</dcterms:created>
  <dcterms:modified xsi:type="dcterms:W3CDTF">2026-04-27T10:26:14Z</dcterms:modified>
</cp:coreProperties>
</file>